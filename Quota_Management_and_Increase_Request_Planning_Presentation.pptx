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5852160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GOOGLE CLOUD HACKATHON 2026</a:t>
            </a:r>
          </a:p>
          <a:p>
            <a:pPr>
              <a:spcBef>
                <a:spcPts val="1000"/>
              </a:spcBef>
              <a:defRPr sz="2500" b="1">
                <a:solidFill>
                  <a:srgbClr val="F8FAFC"/>
                </a:solidFill>
              </a:defRPr>
            </a:pPr>
            <a:r>
              <a:t>Quota Management &amp;</a:t>
            </a:r>
            <a:br/>
            <a:r>
              <a:t>Increase Request Planning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An Enterprise FinOps &amp; Infrastructure Control Plane for Real-Time Telemetry Ingestion, Dynamic Risk Analysis, and Programmatic GCP Quota Scaling.</a:t>
            </a:r>
          </a:p>
          <a:p>
            <a:pPr>
              <a:spcBef>
                <a:spcPts val="2000"/>
              </a:spcBef>
              <a:defRPr sz="1100" b="1">
                <a:solidFill>
                  <a:srgbClr val="F59E0B"/>
                </a:solidFill>
              </a:defRPr>
            </a:pPr>
            <a:r>
              <a:t>PROJECT TEAM MEMBERS: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 YADAMAKANTI NAVANEETH REDDY  [2400030020]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 SHIVAM KUMAR SAW  [2400039056]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 NIKET KUMAR  [2400033292]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 ALLAM SAHITHI  [2400033195]</a:t>
            </a:r>
          </a:p>
        </p:txBody>
      </p:sp>
      <p:pic>
        <p:nvPicPr>
          <p:cNvPr id="4" name="Picture 3" descr="slide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4572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1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CORE ENGINEERING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Team Roster &amp; Architectural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Specialized cross-functional engineering contributions across the full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Yadamakanti Navaneeth Reddy (2400030020)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Lead Cloud Architect &amp; Full-Stack Lead: Designed core architecture, state machine workflow, and end-to-end GCP integration.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Shivam Kumar Saw (2400039056)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Backend &amp; API Integration Specialist: Built Express REST gateway, Zod validation schemas, Morgan logging, and error handling layers.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Niket Kumar (2400033292)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DevOps &amp; Cloud Infrastructure Lead: Provisioned Terraform IaC, Docker multi-stage containers, GitHub Actions CI/CD, and Cloud Build.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Allam Sahithi (2400033195)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Frontend UX &amp; Testing Engineer: Implemented Tailwind design system, WCAG 2.1 AA accessibility, and automated Jest test suites.</a:t>
            </a:r>
          </a:p>
        </p:txBody>
      </p:sp>
      <p:pic>
        <p:nvPicPr>
          <p:cNvPr id="7" name="Picture 6" descr="slide2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2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Enterprise Quota Bottleneck in Google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Why hard quota ceilings trigger production outages and operational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Silent Production Blockers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Engineers encounter sudden quota exhaustion during high-stakes deployments, batch jobs, or auto-scaling spikes.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Manual Console Overhead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Requesting increases involves navigating deep GCP console menus, manual ticket logging, and prolonged wait times.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Zero Predictive Visibility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Traditional monitoring only reflects past usage; engineering leaders lack visibility into burn rate velocity and time-to-exhaustion.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Governance &amp; Audit Deficits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Organizations lack central approval gates, audit trails, and multi-tenant quota utilization visibility across environments.</a:t>
            </a:r>
          </a:p>
        </p:txBody>
      </p:sp>
      <p:pic>
        <p:nvPicPr>
          <p:cNvPr id="7" name="Picture 6" descr="slide3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3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Intelligent Quota Governance &amp; Scaling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centralized, proactive platform unifying telemetry, forecasting, and automated adjustments.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Continuous Telemetry Ingestion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Automated background sync pulling live quota ceilings from Cloud Quotas API and consumption metrics from Cloud Monitoring.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Early Saturation Warning (&gt;=80%)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Real-time risk classifier flagging at-risk resources before service disruption occurs.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Mathematical Forecasting &amp; Sizing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Linear demand extrapolation, days-to-breach dates, and explainable AI approval confidence scoring (0-100).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One-Click GCP Cloud Dispatch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Authenticated submission of quota preferences directly to Google Cloud APIs with exponential backoff retries.</a:t>
            </a:r>
          </a:p>
        </p:txBody>
      </p:sp>
      <p:pic>
        <p:nvPicPr>
          <p:cNvPr id="7" name="Picture 6" descr="slide4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4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SYSTEM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Full-Stack Control Plane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Modern decoupled architecture engineered for enterprise scalability and reliability.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Frontend Client (Port 3000)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React 18 + Vite 6 + Tailwind CSS SPA featuring 9 views, interactive data tables, confidence meters, and dark mode UI.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API Gateway Core (Port 5000)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Express REST framework with sliding-window rate limiting, strict CORS, OWASP security headers, and Morgan logging.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Dual-Tier Persistence Layer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MySQL 8.0 schema with Prisma ORM and seamless automatic in-memory fallback for offline resilience.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Google Cloud Platform Integration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Google Auth Library (ADC tokens), Cloud Quotas REST API, Cloud Monitoring MQL timeseries, and Cloud Run.</a:t>
            </a:r>
          </a:p>
        </p:txBody>
      </p:sp>
      <p:pic>
        <p:nvPicPr>
          <p:cNvPr id="7" name="Picture 6" descr="slide5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5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TELEMETRY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Live Quota Retrieval &amp; Cloud Monitoring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Harmonizing quota limits and usage time-series into a single pane of glass.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Cloud Quotas API Integration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Polls Google Cloud Quotas API to discover active resource ceilings across Compute Engine, GPUs, Disks, and Vertex AI.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Cloud Monitoring Time-Series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Ingests MQL telemetry observations to compute current utilization percentages and 30-day usage trends.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Automated Cron Scheduler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node-cron daemon executes recurring ingestion cycles with configurable frequency (Manual, Hourly, Daily).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Resilient Telemetry Fallback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Gracefully serves verified telemetry mocks if operating offline or without live GCP credentials.</a:t>
            </a:r>
          </a:p>
        </p:txBody>
      </p:sp>
      <p:pic>
        <p:nvPicPr>
          <p:cNvPr id="7" name="Picture 6" descr="slide6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6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RISK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Real-Time Saturation Detection &amp;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Proactive risk classification preventing unexpected quota starvation.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Multi-Tier Risk Classification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Categorizes all quota metrics into 4 distinct risk tiers: Normal (&lt;60%), Moderate (60-80%), High Risk (80-90%), Critical (&gt;=90%).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80% Saturation Alert Boundary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Automatically triggers high-priority warning banners and suggests immediate increase planning upon reaching 80% capacity.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Top Burn Rate Ranking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Calculates daily percentage burn rates to highlight the fastest-growing quotas in the executive dashboard.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Multi-Threshold Table Filtering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Allows administrators to filter hundreds of metrics by threshold cutoffs (&gt;60%, &gt;80%, &gt;90%) instantly.</a:t>
            </a:r>
          </a:p>
        </p:txBody>
      </p:sp>
      <p:pic>
        <p:nvPicPr>
          <p:cNvPr id="7" name="Picture 6" descr="slide7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7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Linear Demand Forecasting &amp; Exhaustion Timelines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Extrapolating consumption velocity into actionable calendar crossing 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Velocity-Based Linear Model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Evaluates recent historical burn rates to project future demand over configurable horizons (30, 60, 90, 180 days).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Days to 80% Threshold Breach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Calculates exact calendar days remaining until cautionary threshold is exceeded.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Days to 100% Total Exhaustion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Pinpoints the exact predicted date when quota capacity will be completely depleted without intervention.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Data Sufficiency &amp; Uncertainty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Evaluates observation count and variance to flag uncertainty flags on nascent resources.</a:t>
            </a:r>
          </a:p>
        </p:txBody>
      </p:sp>
      <p:pic>
        <p:nvPicPr>
          <p:cNvPr id="7" name="Picture 6" descr="slide8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8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CAPACITY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Algorithmic Headroom Sizing &amp; Explainable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Calculating optimal target limits that balance operational safety with FinOps discipline.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Safety Margin Sizing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Applies configurable safety buffers (+25%, +50%, +100%) on top of baseline demand to absorb traffic spikes.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Headroom Calculation Formula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Target Limit = Base Demand × (1 + Safety Margin %) + Projected Workload Growth.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Explainable Confidence Score (0-100)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Dynamic algorithmic score evaluating current saturation weight (75 pts), multiplier scale (15 pts), and justification depth (10 pts).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Advisory Governance Disclaimer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Every recommendation includes transparent factor breakdowns and official GCP disclaimer notices.</a:t>
            </a:r>
          </a:p>
        </p:txBody>
      </p:sp>
      <p:pic>
        <p:nvPicPr>
          <p:cNvPr id="7" name="Picture 6" descr="slide9_recomm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9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PLANNER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Quota Increase Planning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Empowering engineers to formulate compliant, justified capacity adjustments.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Contextual Telemetry Header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Displays current consumption, active ceiling, and saturation percentage for the selected quota metric.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Live Confidence Gauge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Dynamic client-side score preview that recalculates instantly as target limits and justifications are edited.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Preset Headroom Shortcuts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One-click buttons for rapid selection of recommended buffer increments (+25%, +50%, +100%).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Strict Validation Enforcement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Validates that proposed limits strictly exceed current limits and enforces minimum 20-character business rationale.</a:t>
            </a:r>
          </a:p>
        </p:txBody>
      </p:sp>
      <p:pic>
        <p:nvPicPr>
          <p:cNvPr id="7" name="Picture 6" descr="slide10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10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GOVERNANCE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Auditable Request Lifecycle &amp;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Rigorous internal review process separating request drafting from administrative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Strict State Transitions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Enforces formal transitions across lifecycle states: PENDING -&gt; APPROVED | REJECTED -&gt; GCP_SUBMITTED.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RBAC Role Isolation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Developers can draft requests; only authorized Cloud Administrators can execute approval or rejection mutations.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Mandatory Rejection Rationale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Admin rejection requires mandatory rationale, logged permanently in the governance audit trail.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Central Approval Center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Unified dashboard view where administrators review pending requests, confidence scores, and business justifications.</a:t>
            </a:r>
          </a:p>
        </p:txBody>
      </p:sp>
      <p:pic>
        <p:nvPicPr>
          <p:cNvPr id="7" name="Picture 6" descr="slide1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11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GCP CLOUD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Outbound Quota Preferences &amp; Resilient Retry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Direct programmatic integration with Google Cloud Quotas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Google Cloud Quota Preferences API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Compiles approved adjustments into standard GCP quotaPreferences payloads with preferredValue and justification.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Exponential Backoff with Full Jitter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Handles transient network timeouts and rate limits (429/503) using truncated exponential backoff (t = min(t_max, t_base × 2^attempt) + jitter).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Application Default Credentials (ADC)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Authenticates securely via Google OAuth2 service account tokens without hardcoded credentials.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Status Synchronization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Updates internal request state to GCP_SUBMITTED upon successful API dispatch, logging preference ID.</a:t>
            </a:r>
          </a:p>
        </p:txBody>
      </p:sp>
      <p:pic>
        <p:nvPicPr>
          <p:cNvPr id="7" name="Picture 6" descr="slide12_gcp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12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ALERT DISPATCHER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Multi-Channel Alerting &amp; 5-Minute Deduplication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Broadcasting urgent capacity events without overwhelming engineering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Multi-Channel Webhook Routing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Dispatches rich incident notifications to Slack channels (#gcp-quota-alerts), Discord, and email digests.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5-Minute Deduplication Suppression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Intelligent suppression window prevents repetitive alert spam for unchanged saturation conditions during hourly cron evaluations.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Live In-App Notification Ledger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Exposes GET /api/v1/notifications for real-time in-app alert viewing and audit logs.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Configurable Alert Channels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Administrators can enable or disable email, webhook, and Slack channels dynamically in System Settings.</a:t>
            </a:r>
          </a:p>
        </p:txBody>
      </p:sp>
      <p:pic>
        <p:nvPicPr>
          <p:cNvPr id="7" name="Picture 6" descr="slide13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13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MULTI-TENANT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Multi-Project Management &amp; FinOps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Unified governance across multiple Google Cloud projects and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Instant Project Switching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Sidebar dropdown allows seamless switching between enterprise-prod-finance, staging, and AI research projects.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Cross-Project Saturation Summary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GET /api/v1/projects/summary/aggregate computes organization-wide saturation averages and total at-risk quotas.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Environment Isolation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Clear separation between PRODUCTION, STAGING, and DEVELOPMENT environments with visual badges.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FinOps Portfolio Visibility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Enables Cloud Architects to balance capacity allocations and spot idle headroom across different business units.</a:t>
            </a:r>
          </a:p>
        </p:txBody>
      </p:sp>
      <p:pic>
        <p:nvPicPr>
          <p:cNvPr id="7" name="Picture 6" descr="slide14_multi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14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COMPLIANCE &amp;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Governance Reporting &amp; Standardized Data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Delivering executive-ready compliance artifacts for architectural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RFC-Compliant CSV Streaming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GET /api/v1/quotas/export/csv streams real-time telemetry tables directly into CSV files with attachment headers.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Standardized JSON Export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GET /api/v1/quotas/export/json outputs structured payloads including query filter provenance and risk classifications.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Executive Governance Summary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GET /api/v1/quotas/export/summary delivers aggregated FinOps summaries and actionable quota increase recommendations.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Audit Download Tracking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Logs all export requests in an administrative audit trail to maintain data governance compliance.</a:t>
            </a:r>
          </a:p>
        </p:txBody>
      </p:sp>
      <p:pic>
        <p:nvPicPr>
          <p:cNvPr id="7" name="Picture 6" descr="slide15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15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ENTERPRISE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Security Hardening, Testing &amp; WCAG 2.1 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Engineered to strict enterprise security standards and inclusive accessibility guidelines.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•  OWASP Security Hardening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Protected by nosniff, DENY, CSP, and HSTS headers; sliding-window rate limiting (200 req/15min); 1MB payload caps.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Automated Testing Suite (100% Pass)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17 test suites spanning 67 test cases validating math models, state machines, and security barriers with &gt;73% coverage.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•  WCAG 2.1 AA Accessibility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Semantic landmarks, accessible skip-to-content links, ARIA modal dialogs, and AAA contrast ratios (&gt;13:1).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•  60-Second Response Caching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    In-memory sliding TTL cache on quota endpoints returning X-Cache: HIT/MISS headers to optimize response times.</a:t>
            </a:r>
          </a:p>
        </p:txBody>
      </p:sp>
      <p:pic>
        <p:nvPicPr>
          <p:cNvPr id="7" name="Picture 6" descr="slide16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16 of 17  •  Team: Y. Navaneeth Reddy, Shivam Kumar, Niket Kumar, Allam Sahithi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5852160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CLOUD DEPLOYMENT &amp; SUMMARY</a:t>
            </a:r>
          </a:p>
          <a:p>
            <a:pPr>
              <a:spcBef>
                <a:spcPts val="800"/>
              </a:spcBef>
              <a:defRPr sz="2400" b="1">
                <a:solidFill>
                  <a:srgbClr val="F8FAFC"/>
                </a:solidFill>
              </a:defRPr>
            </a:pPr>
            <a:r>
              <a:t>Production Ready &amp; Verified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The Quota Management and Increase Request Planning Control Plane is fully built, tested, and running locally with live endpoints: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 Frontend Dashboard: http://localhost:3000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 Backend REST Gateway: http://localhost:5000/api/v1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 Health &amp; Diagnostics: http://localhost:5000/api/v1/health/detailed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 Containerization: Multi-Stage Docker &amp; docker-compose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 Cloud Deployment: Google Cloud Run &amp; Cloud Build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 IaC Provisioning: Terraform (APIs, IAM, Service Accounts)</a:t>
            </a:r>
          </a:p>
          <a:p>
            <a:pPr>
              <a:spcBef>
                <a:spcPts val="1600"/>
              </a:spcBef>
              <a:defRPr sz="1300" b="1">
                <a:solidFill>
                  <a:srgbClr val="06B6D4"/>
                </a:solidFill>
              </a:defRPr>
            </a:pPr>
            <a:r>
              <a:t>Thank You! Ready for Questions &amp; Live Demonstration.</a:t>
            </a:r>
          </a:p>
        </p:txBody>
      </p:sp>
      <p:pic>
        <p:nvPicPr>
          <p:cNvPr id="4" name="Picture 3" descr="slide17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4572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Hackathon 2026 | Quota Management Control Plane  •  Slide 17 of 17  •  Team: Y. Navaneeth Reddy, Shivam Kumar, Niket Kumar, Allam Sahithi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